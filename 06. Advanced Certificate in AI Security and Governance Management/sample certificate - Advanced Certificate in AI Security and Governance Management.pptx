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AI Security and Governance Management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Bebas Neue</vt:lpstr>
      <vt:lpstr>Quicksand</vt:lpstr>
      <vt:lpstr>Arial</vt:lpstr>
      <vt:lpstr>Roboto Serif</vt:lpstr>
      <vt:lpstr>Kanit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2026-06-19T02:46:13Z</dcterms:modified>
</cp:coreProperties>
</file>