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Enterprise Information Security Leadership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Kanit</vt:lpstr>
      <vt:lpstr>Bebas Neue</vt:lpstr>
      <vt:lpstr>Quicksand</vt:lpstr>
      <vt:lpstr>Roboto Serif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2026-06-19T02:47:29Z</dcterms:modified>
</cp:coreProperties>
</file>