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 dirty="0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Applied Quantum Computing and </a:t>
            </a:r>
            <a:r>
              <a:rPr lang="en-US" sz="2500" b="1" dirty="0" err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Qiskit</a:t>
            </a:r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 Programming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Bebas Neue</vt:lpstr>
      <vt:lpstr>Quicksand</vt:lpstr>
      <vt:lpstr>Arial</vt:lpstr>
      <vt:lpstr>Roboto Serif</vt:lpstr>
      <vt:lpstr>Kanit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2026-06-19T02:47:50Z</dcterms:modified>
</cp:coreProperties>
</file>