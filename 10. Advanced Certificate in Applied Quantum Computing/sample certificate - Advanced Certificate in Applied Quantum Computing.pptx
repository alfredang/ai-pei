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77"/>
      <p:regular r:id="rId4"/>
    </p:embeddedFont>
    <p:embeddedFont>
      <p:font typeface="Kanit" pitchFamily="2" charset="-34"/>
      <p:regular r:id="rId5"/>
      <p:bold r:id="rId6"/>
      <p:italic r:id="rId7"/>
      <p:boldItalic r:id="rId8"/>
    </p:embeddedFont>
    <p:embeddedFont>
      <p:font typeface="Quicksand" pitchFamily="2" charset="77"/>
      <p:regular r:id="rId9"/>
      <p:bold r:id="rId10"/>
    </p:embeddedFont>
    <p:embeddedFont>
      <p:font typeface="Roboto Serif" pitchFamily="2" charset="77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 varScale="1">
        <p:scale>
          <a:sx n="75" d="100"/>
          <a:sy n="75" d="100"/>
        </p:scale>
        <p:origin x="3248" y="184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 dirty="0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Applied Quantum Computing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Macintosh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Kanit</vt:lpstr>
      <vt:lpstr>Bebas Neue</vt:lpstr>
      <vt:lpstr>Arial</vt:lpstr>
      <vt:lpstr>Quicksand</vt:lpstr>
      <vt:lpstr>Roboto Serif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Admin</cp:lastModifiedBy>
  <cp:revision>4</cp:revision>
  <dcterms:modified xsi:type="dcterms:W3CDTF">2026-06-19T04:23:59Z</dcterms:modified>
</cp:coreProperties>
</file>