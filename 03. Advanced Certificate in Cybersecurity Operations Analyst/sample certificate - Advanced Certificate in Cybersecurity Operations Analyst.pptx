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B0606020202050201" pitchFamily="34" charset="0"/>
      <p:regular r:id="rId4"/>
    </p:embeddedFont>
    <p:embeddedFont>
      <p:font typeface="Kanit" panose="020B0604020202020204" charset="-34"/>
      <p:regular r:id="rId5"/>
      <p:bold r:id="rId6"/>
      <p:italic r:id="rId7"/>
      <p:boldItalic r:id="rId8"/>
    </p:embeddedFont>
    <p:embeddedFont>
      <p:font typeface="Quicksand" panose="020B0604020202020204" charset="0"/>
      <p:regular r:id="rId9"/>
      <p:bold r:id="rId10"/>
    </p:embeddedFont>
    <p:embeddedFont>
      <p:font typeface="Roboto Serif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48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Cybersecurity Operations Analyst</a:t>
            </a:r>
          </a:p>
          <a:p>
            <a:pPr lvl="0"/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Roboto Serif</vt:lpstr>
      <vt:lpstr>Kanit</vt:lpstr>
      <vt:lpstr>Bebas Neue</vt:lpstr>
      <vt:lpstr>Arial</vt:lpstr>
      <vt:lpstr>Quicksand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Training</cp:lastModifiedBy>
  <cp:revision>3</cp:revision>
  <dcterms:modified xsi:type="dcterms:W3CDTF">2026-06-19T02:44:50Z</dcterms:modified>
</cp:coreProperties>
</file>