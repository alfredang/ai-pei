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7559675" cy="10691813"/>
  <p:notesSz cx="6858000" cy="9144000"/>
  <p:embeddedFontLst>
    <p:embeddedFont>
      <p:font typeface="Bebas Neue" panose="020B0606020202050201" pitchFamily="34" charset="0"/>
      <p:regular r:id="rId4"/>
    </p:embeddedFont>
    <p:embeddedFont>
      <p:font typeface="Kanit" panose="020B0604020202020204" charset="-34"/>
      <p:regular r:id="rId5"/>
      <p:bold r:id="rId6"/>
      <p:italic r:id="rId7"/>
      <p:boldItalic r:id="rId8"/>
    </p:embeddedFont>
    <p:embeddedFont>
      <p:font typeface="Quicksand" panose="020B0604020202020204" charset="0"/>
      <p:regular r:id="rId9"/>
      <p:bold r:id="rId10"/>
    </p:embeddedFont>
    <p:embeddedFont>
      <p:font typeface="Roboto Serif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748" y="78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129d0987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129d0987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e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99450" y="0"/>
            <a:ext cx="7958876" cy="108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91750" y="460408"/>
            <a:ext cx="5398200" cy="10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464">
                <a:solidFill>
                  <a:srgbClr val="0B4D88"/>
                </a:solidFill>
                <a:latin typeface="Bebas Neue"/>
                <a:ea typeface="Bebas Neue"/>
                <a:cs typeface="Bebas Neue"/>
                <a:sym typeface="Bebas Neue"/>
              </a:rPr>
              <a:t>CERTIFICATE</a:t>
            </a:r>
            <a:endParaRPr sz="9464">
              <a:solidFill>
                <a:srgbClr val="0B4D88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91750" y="1648567"/>
            <a:ext cx="5190000" cy="7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5375" tIns="115375" rIns="115375" bIns="11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86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of  accomplishment</a:t>
            </a:r>
            <a:endParaRPr sz="3986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444650" y="4342550"/>
            <a:ext cx="362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3"/>
          <p:cNvSpPr txBox="1"/>
          <p:nvPr/>
        </p:nvSpPr>
        <p:spPr>
          <a:xfrm>
            <a:off x="191750" y="3866375"/>
            <a:ext cx="6107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  Ang Chew Hoe</a:t>
            </a:r>
            <a:endParaRPr sz="2200" b="1" dirty="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91750" y="4831075"/>
            <a:ext cx="388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For completing the cours</a:t>
            </a: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e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91750" y="5206025"/>
            <a:ext cx="58083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500" b="1" dirty="0">
                <a:solidFill>
                  <a:srgbClr val="0B4D88"/>
                </a:solidFill>
                <a:latin typeface="Kanit"/>
                <a:ea typeface="Kanit"/>
                <a:cs typeface="Kanit"/>
                <a:sym typeface="Kanit"/>
              </a:rPr>
              <a:t>Advanced Certificate in AI Risk Management</a:t>
            </a:r>
          </a:p>
          <a:p>
            <a:pPr lvl="0"/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Held on</a:t>
            </a:r>
            <a:r>
              <a:rPr lang="en" sz="15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" sz="1800" b="1" dirty="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17 June 2026</a:t>
            </a:r>
            <a:endParaRPr sz="2500" b="1" dirty="0">
              <a:solidFill>
                <a:srgbClr val="0B4D88"/>
              </a:solidFill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915" y="8137650"/>
            <a:ext cx="3236874" cy="88132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191750" y="8997206"/>
            <a:ext cx="19257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Dr. Alfred Ang 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63" name="Google Shape;63;p13"/>
          <p:cNvCxnSpPr/>
          <p:nvPr/>
        </p:nvCxnSpPr>
        <p:spPr>
          <a:xfrm>
            <a:off x="244919" y="9412578"/>
            <a:ext cx="2011800" cy="0"/>
          </a:xfrm>
          <a:prstGeom prst="straightConnector1">
            <a:avLst/>
          </a:prstGeom>
          <a:noFill/>
          <a:ln w="9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/>
          <p:nvPr/>
        </p:nvSpPr>
        <p:spPr>
          <a:xfrm>
            <a:off x="191750" y="9434025"/>
            <a:ext cx="39759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Managing Director</a:t>
            </a:r>
            <a:endParaRPr sz="174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91750" y="9710728"/>
            <a:ext cx="50994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375" tIns="88375" rIns="88375" bIns="883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B4D88"/>
                </a:solidFill>
                <a:latin typeface="Roboto Serif"/>
                <a:ea typeface="Roboto Serif"/>
                <a:cs typeface="Roboto Serif"/>
                <a:sym typeface="Roboto Serif"/>
              </a:rPr>
              <a:t>Tertiary Infotech Academy</a:t>
            </a:r>
            <a:endParaRPr sz="1733" b="1">
              <a:solidFill>
                <a:srgbClr val="0B4D88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5787754" y="8945549"/>
            <a:ext cx="1602967" cy="1604391"/>
            <a:chOff x="5207350" y="9186225"/>
            <a:chExt cx="1688400" cy="1689900"/>
          </a:xfrm>
        </p:grpSpPr>
        <p:sp>
          <p:nvSpPr>
            <p:cNvPr id="67" name="Google Shape;67;p13"/>
            <p:cNvSpPr/>
            <p:nvPr/>
          </p:nvSpPr>
          <p:spPr>
            <a:xfrm>
              <a:off x="5207350" y="9186225"/>
              <a:ext cx="1688400" cy="16899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86800" tIns="86800" rIns="86800" bIns="868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29"/>
            </a:p>
          </p:txBody>
        </p:sp>
        <p:pic>
          <p:nvPicPr>
            <p:cNvPr id="68" name="Google Shape;68;p13" title="stamp.jpg"/>
            <p:cNvPicPr preferRelativeResize="0"/>
            <p:nvPr/>
          </p:nvPicPr>
          <p:blipFill rotWithShape="1">
            <a:blip r:embed="rId5">
              <a:alphaModFix/>
            </a:blip>
            <a:srcRect l="3350" t="3601" r="3592" b="3583"/>
            <a:stretch/>
          </p:blipFill>
          <p:spPr>
            <a:xfrm>
              <a:off x="5242400" y="9224187"/>
              <a:ext cx="1618301" cy="1613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3"/>
          <p:cNvSpPr txBox="1"/>
          <p:nvPr/>
        </p:nvSpPr>
        <p:spPr>
          <a:xfrm>
            <a:off x="191750" y="3133100"/>
            <a:ext cx="4965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This Certificate is proudly presented to</a:t>
            </a:r>
            <a:endParaRPr sz="17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pSp>
        <p:nvGrpSpPr>
          <p:cNvPr id="70" name="Google Shape;70;p13"/>
          <p:cNvGrpSpPr/>
          <p:nvPr/>
        </p:nvGrpSpPr>
        <p:grpSpPr>
          <a:xfrm>
            <a:off x="4782025" y="9568663"/>
            <a:ext cx="889800" cy="889800"/>
            <a:chOff x="5430688" y="6964838"/>
            <a:chExt cx="889800" cy="889800"/>
          </a:xfrm>
        </p:grpSpPr>
        <p:sp>
          <p:nvSpPr>
            <p:cNvPr id="71" name="Google Shape;71;p13"/>
            <p:cNvSpPr/>
            <p:nvPr/>
          </p:nvSpPr>
          <p:spPr>
            <a:xfrm>
              <a:off x="5430688" y="6964838"/>
              <a:ext cx="889800" cy="889800"/>
            </a:xfrm>
            <a:prstGeom prst="flowChartConnector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2" name="Google Shape;72;p13" title="logo6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434925" y="6969075"/>
              <a:ext cx="881326" cy="8813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Roboto Serif</vt:lpstr>
      <vt:lpstr>Kanit</vt:lpstr>
      <vt:lpstr>Bebas Neue</vt:lpstr>
      <vt:lpstr>Quicksand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Tertiary Infotech Training</cp:lastModifiedBy>
  <cp:revision>4</cp:revision>
  <dcterms:modified xsi:type="dcterms:W3CDTF">2026-06-19T02:45:52Z</dcterms:modified>
</cp:coreProperties>
</file>