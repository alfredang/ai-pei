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AI Audit and Assurance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Bebas Neue</vt:lpstr>
      <vt:lpstr>Quicksand</vt:lpstr>
      <vt:lpstr>Arial</vt:lpstr>
      <vt:lpstr>Roboto Serif</vt:lpstr>
      <vt:lpstr>Kanit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3</cp:revision>
  <dcterms:modified xsi:type="dcterms:W3CDTF">2026-06-19T02:45:15Z</dcterms:modified>
</cp:coreProperties>
</file>