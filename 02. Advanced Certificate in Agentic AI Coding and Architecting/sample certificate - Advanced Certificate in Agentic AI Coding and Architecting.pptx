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Agentic AI Coding and Architecting</a:t>
            </a:r>
          </a:p>
          <a:p>
            <a:pPr lvl="0"/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Bebas Neue</vt:lpstr>
      <vt:lpstr>Kanit</vt:lpstr>
      <vt:lpstr>Roboto Serif</vt:lpstr>
      <vt:lpstr>Quicksand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2</cp:revision>
  <dcterms:modified xsi:type="dcterms:W3CDTF">2026-06-16T06:15:05Z</dcterms:modified>
</cp:coreProperties>
</file>